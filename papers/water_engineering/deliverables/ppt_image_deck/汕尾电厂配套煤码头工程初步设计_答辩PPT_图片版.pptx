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</p:sldIdLst>
  <p:sldSz cx="12192000" cy="6858000" type="wide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image" Target="../media/image2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../media/image3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../media/image4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../media/image5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image" Target="../media/image6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image" Target="../media/image7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image" Target="../media/image8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image" Target="../media/image9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image" Target="../media/image10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image" Target="../media/image11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image" Target="../media/image12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image" Target="../media/image13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image" Target="../media/image14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image" Target="../media/image15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image" Target="../media/image16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image" Target="../media/image17.pn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image" Target="../media/image18.pn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image" Target="../media/image19.png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_0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_0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_0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_0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_05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_06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_07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_08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_09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_1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_1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_1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_1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_1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_15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_16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_17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_18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_19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_2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ImageOnly">
  <a:themeElements>
    <a:clrScheme name="Office">
      <a:dk1>
        <a:sysClr val="windowText" lastClr="000000"/>
      </a:dk1>
      <a:lt1>
        <a:sysClr val="window" lastClr="FFFFFF"/>
      </a:lt1>
      <a:dk2>
        <a:srgbClr val="1F2937"/>
      </a:dk2>
      <a:lt2>
        <a:srgbClr val="F8FAFC"/>
      </a:lt2>
      <a:accent1>
        <a:srgbClr val="0F6F66"/>
      </a:accent1>
      <a:accent2>
        <a:srgbClr val="A05413"/>
      </a:accent2>
      <a:accent3>
        <a:srgbClr val="64748B"/>
      </a:accent3>
      <a:accent4>
        <a:srgbClr val="94A3B8"/>
      </a:accent4>
      <a:accent5>
        <a:srgbClr val="334155"/>
      </a:accent5>
      <a:accent6>
        <a:srgbClr val="0F172A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PingFang SC"/>
        <a:cs typeface="Arial"/>
      </a:majorFont>
      <a:minorFont>
        <a:latin typeface="Arial"/>
        <a:ea typeface="PingFang SC"/>
        <a:cs typeface="Arial"/>
      </a:minorFont>
    </a:fontScheme>
    <a:fmtScheme name="Office">
      <a:fillStyleLst>
        <a:solidFill>
          <a:schemeClr val="phClr"/>
        </a:solidFill>
        <a:gradFill rotWithShape="1"/>
        <a:gradFill rotWithShape="1"/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/>
        <a:effectStyle/>
        <a:effectStyle/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